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Crop-Aware IoT-Based Precision Irrigation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Soil Moisture &amp; Water Source Monitoring</a:t>
            </a:r>
          </a:p>
          <a:p>
            <a:r>
              <a:t>Your Name | Date | Institution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Uncertainty in irrigation due to lack of real-time monitoring</a:t>
            </a:r>
          </a:p>
          <a:p>
            <a:pPr algn="l">
              <a:defRPr sz="1800"/>
            </a:pPr>
            <a:r>
              <a:t>Overuse or underuse of water</a:t>
            </a:r>
          </a:p>
          <a:p>
            <a:pPr algn="l">
              <a:defRPr sz="1800"/>
            </a:pPr>
            <a:r>
              <a:t>Borewell/well water running dry unexpectedly</a:t>
            </a:r>
          </a:p>
          <a:p>
            <a:pPr algn="l">
              <a:defRPr sz="1800"/>
            </a:pPr>
            <a:r>
              <a:t>Leads to reduced crop yield and higher operational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Automate irrigation based on soil moisture &amp; crop type</a:t>
            </a:r>
          </a:p>
          <a:p>
            <a:pPr algn="l">
              <a:defRPr sz="1800"/>
            </a:pPr>
            <a:r>
              <a:t>Monitor borewell/well water levels to prevent pump damage</a:t>
            </a:r>
          </a:p>
          <a:p>
            <a:pPr algn="l">
              <a:defRPr sz="1800"/>
            </a:pPr>
            <a:r>
              <a:t>Provide real-time alerts to farmers via Telegram/Mobile</a:t>
            </a:r>
          </a:p>
          <a:p>
            <a:pPr algn="l">
              <a:defRPr sz="1800"/>
            </a:pPr>
            <a:r>
              <a:t>Ensure low-cost, farmer-friendly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Soil Moisture Sensors in field → ESP32</a:t>
            </a:r>
          </a:p>
          <a:p>
            <a:pPr algn="l">
              <a:defRPr sz="1800"/>
            </a:pPr>
            <a:r>
              <a:t>Water Level Sensors in well/borewell → ESP32</a:t>
            </a:r>
          </a:p>
          <a:p>
            <a:pPr algn="l">
              <a:defRPr sz="1800"/>
            </a:pPr>
            <a:r>
              <a:t>ESP32 → Cloud (ThingSpeak/MQTT)</a:t>
            </a:r>
          </a:p>
          <a:p>
            <a:pPr algn="l">
              <a:defRPr sz="1800"/>
            </a:pPr>
            <a:r>
              <a:t>Python Backend → Data Processing &amp; Crop Requirement Logic</a:t>
            </a:r>
          </a:p>
          <a:p>
            <a:pPr algn="l">
              <a:defRPr sz="1800"/>
            </a:pPr>
            <a:r>
              <a:t>Farmer App (Telegram/Android) → Alerts &amp; Pump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Crop Water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System adjusts irrigation based on crop growth stages</a:t>
            </a:r>
          </a:p>
          <a:p>
            <a:pPr algn="l">
              <a:defRPr sz="1800"/>
            </a:pPr>
            <a:r>
              <a:t>Example Table:</a:t>
            </a:r>
          </a:p>
          <a:p>
            <a:pPr algn="l">
              <a:defRPr sz="1800"/>
            </a:pPr>
            <a:r>
              <a:t>Cotton: 45% → 75% → 115% → 70%</a:t>
            </a:r>
          </a:p>
          <a:p>
            <a:pPr algn="l">
              <a:defRPr sz="1800"/>
            </a:pPr>
            <a:r>
              <a:t>Maize: 40% → 80% → 115% → 70%</a:t>
            </a:r>
          </a:p>
          <a:p>
            <a:pPr algn="l">
              <a:defRPr sz="1800"/>
            </a:pPr>
            <a:r>
              <a:t>Millet: 35% → 70% → 110% → 65%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 Level Based Irrigation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High Level → Full irrigation (100% crop requirement)</a:t>
            </a:r>
          </a:p>
          <a:p>
            <a:pPr algn="l">
              <a:defRPr sz="1800"/>
            </a:pPr>
            <a:r>
              <a:t>Medium Level → Partial irrigation (50–70%)</a:t>
            </a:r>
          </a:p>
          <a:p>
            <a:pPr algn="l">
              <a:defRPr sz="1800"/>
            </a:pPr>
            <a:r>
              <a:t>Low Level → Irrigation stopped, farmer alerted</a:t>
            </a:r>
          </a:p>
          <a:p>
            <a:pPr algn="l">
              <a:defRPr sz="1800"/>
            </a:pPr>
            <a:r>
              <a:t>Decision-making logic ensures sustainable use of water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Hardware: ESP32, Soil Moisture Sensor, Water Level Sensor, Relay + Pump</a:t>
            </a:r>
          </a:p>
          <a:p>
            <a:pPr algn="l">
              <a:defRPr sz="1800"/>
            </a:pPr>
            <a:r>
              <a:t>Software: Python, ThingSpeak/MQTT, Telegram Bot, Matplotlib</a:t>
            </a:r>
          </a:p>
          <a:p>
            <a:pPr algn="l">
              <a:defRPr sz="1800"/>
            </a:pPr>
            <a:r>
              <a:t>Cloud: ThingSpeak / AWS IoT Core (optional)</a:t>
            </a:r>
          </a:p>
          <a:p>
            <a:pPr algn="l">
              <a:defRPr sz="1800"/>
            </a:pPr>
            <a:r>
              <a:t>Water Level Decision Algorithm integrated with irrigation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(India Context)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ESP32: ₹500</a:t>
            </a:r>
          </a:p>
          <a:p>
            <a:pPr algn="l">
              <a:defRPr sz="1800"/>
            </a:pPr>
            <a:r>
              <a:t>Soil Moisture Sensor: ₹150</a:t>
            </a:r>
          </a:p>
          <a:p>
            <a:pPr algn="l">
              <a:defRPr sz="1800"/>
            </a:pPr>
            <a:r>
              <a:t>Water Level Sensor: ₹300–1000</a:t>
            </a:r>
          </a:p>
          <a:p>
            <a:pPr algn="l">
              <a:defRPr sz="1800"/>
            </a:pPr>
            <a:r>
              <a:t>Relay Module: ₹150</a:t>
            </a:r>
          </a:p>
          <a:p>
            <a:pPr algn="l">
              <a:defRPr sz="1800"/>
            </a:pPr>
            <a:r>
              <a:t>Pump Setup: ₹2000–5000</a:t>
            </a:r>
          </a:p>
          <a:p>
            <a:pPr algn="l">
              <a:defRPr sz="1800"/>
            </a:pPr>
            <a:r>
              <a:t>Total: ~₹3,000–6,000 (affordable for small farmers)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Prevents over-irrigation → saves water</a:t>
            </a:r>
          </a:p>
          <a:p>
            <a:pPr algn="l">
              <a:defRPr sz="1800"/>
            </a:pPr>
            <a:r>
              <a:t>Protects pumps from running dry</a:t>
            </a:r>
          </a:p>
          <a:p>
            <a:pPr algn="l">
              <a:defRPr sz="1800"/>
            </a:pPr>
            <a:r>
              <a:t>Optimized water distribution during scarcity</a:t>
            </a:r>
          </a:p>
          <a:p>
            <a:pPr algn="l">
              <a:defRPr sz="1800"/>
            </a:pPr>
            <a:r>
              <a:t>Boosts crop yield with precision irrigation</a:t>
            </a:r>
          </a:p>
          <a:p>
            <a:pPr algn="l">
              <a:defRPr sz="1800"/>
            </a:pPr>
            <a:r>
              <a:t>Farmer-friendly alerts in local languages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Solar-powered IoT irrigation</a:t>
            </a:r>
          </a:p>
          <a:p>
            <a:pPr algn="l">
              <a:defRPr sz="1800"/>
            </a:pPr>
            <a:r>
              <a:t>AI-based rainfall prediction integration</a:t>
            </a:r>
          </a:p>
          <a:p>
            <a:pPr algn="l">
              <a:defRPr sz="1800"/>
            </a:pPr>
            <a:r>
              <a:t>Integration with government crop advisory systems</a:t>
            </a:r>
          </a:p>
          <a:p>
            <a:pPr algn="l">
              <a:defRPr sz="1800"/>
            </a:pPr>
            <a:r>
              <a:t>Multi-farm dashboard for cooperatives</a:t>
            </a:r>
          </a:p>
          <a:p>
            <a:pPr algn="l">
              <a:defRPr sz="1800"/>
            </a:pPr>
            <a:r>
              <a:t>AI-based water distribution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